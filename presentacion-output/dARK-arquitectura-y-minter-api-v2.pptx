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240989d5594d10" /><Relationship Type="http://schemas.openxmlformats.org/officeDocument/2006/relationships/extended-properties" Target="/docProps/app.xml" Id="R0035cceb46ac4c60" /><Relationship Type="http://schemas.openxmlformats.org/officeDocument/2006/relationships/officeDocument" Target="/ppt/presentation.xml" Id="R994a61732dc347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77ff4120fc4652"/>
  </p:sldMasterIdLst>
  <p:notesMasterIdLst>
    <p:notesMasterId xmlns:r="http://schemas.openxmlformats.org/officeDocument/2006/relationships" r:id="R7d9bf1aaa3d444fb"/>
  </p:notesMasterIdLst>
  <p:sldIdLst>
    <p:sldId xmlns:r="http://schemas.openxmlformats.org/officeDocument/2006/relationships" id="256" r:id="Rac23ead1e73d49fc"/>
    <p:sldId xmlns:r="http://schemas.openxmlformats.org/officeDocument/2006/relationships" id="257" r:id="R9e6778e3ceb84fc3"/>
    <p:sldId xmlns:r="http://schemas.openxmlformats.org/officeDocument/2006/relationships" id="258" r:id="R4c0c76ebd21546a4"/>
    <p:sldId xmlns:r="http://schemas.openxmlformats.org/officeDocument/2006/relationships" id="259" r:id="R8a0cf4d82e0f465d"/>
    <p:sldId xmlns:r="http://schemas.openxmlformats.org/officeDocument/2006/relationships" id="260" r:id="R902a26ed19904a00"/>
    <p:sldId xmlns:r="http://schemas.openxmlformats.org/officeDocument/2006/relationships" id="261" r:id="R58707a4c3ea34e04"/>
    <p:sldId xmlns:r="http://schemas.openxmlformats.org/officeDocument/2006/relationships" id="262" r:id="R96cf79d951f0401b"/>
    <p:sldId xmlns:r="http://schemas.openxmlformats.org/officeDocument/2006/relationships" id="263" r:id="R4b94a2eb13be404b"/>
    <p:sldId xmlns:r="http://schemas.openxmlformats.org/officeDocument/2006/relationships" id="264" r:id="R67bd025207af4d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d734800b9443dc" /><Relationship Type="http://schemas.openxmlformats.org/officeDocument/2006/relationships/slideMaster" Target="/ppt/slideMasters/slideMaster1.xml" Id="R0877ff4120fc4652" /><Relationship Type="http://schemas.openxmlformats.org/officeDocument/2006/relationships/notesMaster" Target="/ppt/notesMasters/notesMaster1.xml" Id="R7d9bf1aaa3d444fb" /><Relationship Type="http://schemas.openxmlformats.org/officeDocument/2006/relationships/presProps" Target="/ppt/presProps.xml" Id="R116c4fd507e74bff" /><Relationship Type="http://schemas.openxmlformats.org/officeDocument/2006/relationships/tableStyles" Target="/ppt/tableStyles.xml" Id="R0b89515d0f20401c" /><Relationship Type="http://schemas.openxmlformats.org/officeDocument/2006/relationships/slide" Target="/ppt/slides/slide1.xml" Id="Rac23ead1e73d49fc" /><Relationship Type="http://schemas.openxmlformats.org/officeDocument/2006/relationships/slide" Target="/ppt/slides/slide2.xml" Id="R9e6778e3ceb84fc3" /><Relationship Type="http://schemas.openxmlformats.org/officeDocument/2006/relationships/slide" Target="/ppt/slides/slide3.xml" Id="R4c0c76ebd21546a4" /><Relationship Type="http://schemas.openxmlformats.org/officeDocument/2006/relationships/slide" Target="/ppt/slides/slide4.xml" Id="R8a0cf4d82e0f465d" /><Relationship Type="http://schemas.openxmlformats.org/officeDocument/2006/relationships/slide" Target="/ppt/slides/slide5.xml" Id="R902a26ed19904a00" /><Relationship Type="http://schemas.openxmlformats.org/officeDocument/2006/relationships/slide" Target="/ppt/slides/slide6.xml" Id="R58707a4c3ea34e04" /><Relationship Type="http://schemas.openxmlformats.org/officeDocument/2006/relationships/slide" Target="/ppt/slides/slide7.xml" Id="R96cf79d951f0401b" /><Relationship Type="http://schemas.openxmlformats.org/officeDocument/2006/relationships/slide" Target="/ppt/slides/slide8.xml" Id="R4b94a2eb13be404b" /><Relationship Type="http://schemas.openxmlformats.org/officeDocument/2006/relationships/slide" Target="/ppt/slides/slide9.xml" Id="R67bd025207af4d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d15f18b89e46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b35692e9614519" /><Relationship Type="http://schemas.openxmlformats.org/officeDocument/2006/relationships/notesMaster" Target="/ppt/notesMasters/notesMaster1.xml" Id="R1634d6f920dc43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f5fd9c9e6c4dfa" /><Relationship Type="http://schemas.openxmlformats.org/officeDocument/2006/relationships/notesMaster" Target="/ppt/notesMasters/notesMaster1.xml" Id="Rd536375c32e74c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84566e49d64c4b" /><Relationship Type="http://schemas.openxmlformats.org/officeDocument/2006/relationships/notesMaster" Target="/ppt/notesMasters/notesMaster1.xml" Id="R3a8abbac043f45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c17b848f604bec" /><Relationship Type="http://schemas.openxmlformats.org/officeDocument/2006/relationships/notesMaster" Target="/ppt/notesMasters/notesMaster1.xml" Id="R7c05151fa58e4a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8a4036417c41ac" /><Relationship Type="http://schemas.openxmlformats.org/officeDocument/2006/relationships/notesMaster" Target="/ppt/notesMasters/notesMaster1.xml" Id="R4b4fd16a4e0248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0bb357b40744bc" /><Relationship Type="http://schemas.openxmlformats.org/officeDocument/2006/relationships/notesMaster" Target="/ppt/notesMasters/notesMaster1.xml" Id="Ra764e040e71547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834a5f00fc4423" /><Relationship Type="http://schemas.openxmlformats.org/officeDocument/2006/relationships/notesMaster" Target="/ppt/notesMasters/notesMaster1.xml" Id="Rfdc9ee1a902448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042b20b8554b0a" /><Relationship Type="http://schemas.openxmlformats.org/officeDocument/2006/relationships/notesMaster" Target="/ppt/notesMasters/notesMaster1.xml" Id="Rfc583f3b971b45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ab5af13dbd46cb" /><Relationship Type="http://schemas.openxmlformats.org/officeDocument/2006/relationships/notesMaster" Target="/ppt/notesMasters/notesMaster1.xml" Id="R19c5e898a8e24c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DARK_2.0_ARCHITECTURE.md; docs/ipfs-concepts-and-dark-store-api.md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DARK_2.0_ARCHITECTURE.md, secciones 2.1–2.3; DARK_2.0_GUIDE.md, sección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docs/decoupled-infrastructure.md. Nota: el documento se marca como histórico respecto al diseño de almacenamiento; se conserva aquí la separación de tiers y el modelo de despliegue.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DARK_2.0_GUIDE.md sección 3; DARK_2.0_API_REFERENCE.md sección 2.1.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DARK_2.0_API_REFERENCE.md sección 2.2.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DARK_2.0_API_REFERENCE.md sección 2.2. El ejemplo se adapta mínimamente del payload documentado.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DARK_2.0_ARCHITECTURE.md sección 5; docs/ipfs-concepts-and-dark-store-api.md secciones 7 y 8; docs/deployer-operations.md.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DARK_2.0_ARCHITECTURE.md sección 4.1.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df78fabed4f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4d0947327444a6" /><Relationship Type="http://schemas.openxmlformats.org/officeDocument/2006/relationships/slideLayout" Target="/ppt/slideLayouts/slideLayout1.xml" Id="Rb8ceefa9ac6a41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ceefa9ac6a41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b8ec7d9224a88" /><Relationship Type="http://schemas.openxmlformats.org/officeDocument/2006/relationships/notesSlide" Target="/ppt/notesSlides/notesSlide1.xml" Id="R72b175c9501a45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19646642e4906" /><Relationship Type="http://schemas.openxmlformats.org/officeDocument/2006/relationships/notesSlide" Target="/ppt/notesSlides/notesSlide2.xml" Id="Rb826678d35f44b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da6890fd549f3" /><Relationship Type="http://schemas.openxmlformats.org/officeDocument/2006/relationships/notesSlide" Target="/ppt/notesSlides/notesSlide3.xml" Id="R8d6eb5e4615144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89bb1c3334b45" /><Relationship Type="http://schemas.openxmlformats.org/officeDocument/2006/relationships/notesSlide" Target="/ppt/notesSlides/notesSlide4.xml" Id="Ree4fbc9fd72e4b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0cdbbe0714207" /><Relationship Type="http://schemas.openxmlformats.org/officeDocument/2006/relationships/notesSlide" Target="/ppt/notesSlides/notesSlide5.xml" Id="R32845ab718144c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3fe7e2bec4c2e" /><Relationship Type="http://schemas.openxmlformats.org/officeDocument/2006/relationships/notesSlide" Target="/ppt/notesSlides/notesSlide6.xml" Id="R89bb9b5d47af48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500bd069c4d65" /><Relationship Type="http://schemas.openxmlformats.org/officeDocument/2006/relationships/notesSlide" Target="/ppt/notesSlides/notesSlide7.xml" Id="Raf0b7ddfbd7b48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545be5c2a426d" /><Relationship Type="http://schemas.openxmlformats.org/officeDocument/2006/relationships/notesSlide" Target="/ppt/notesSlides/notesSlide8.xml" Id="Ra855163ded6f41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f18bbda83412f" /><Relationship Type="http://schemas.openxmlformats.org/officeDocument/2006/relationships/notesSlide" Target="/ppt/notesSlides/notesSlide9.xml" Id="Re6aca619983b40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AF599-F21F-462A-8920-F77ADDE8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dARK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1779C-4349-46E5-B934-69AFDB6C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9D7FF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B9D7FF"/>
                </a:solidFill>
                <a:latin typeface="Helvetica"/>
                <a:ea typeface="Helvetica"/>
                <a:cs typeface="Helvetica"/>
              </a:rPr>
              <a:t>Arquitectura y API de Minter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C30CE-68A9-4B01-B84A-F6D50F07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Una plataforma de identificadores ARK con control de autoridad, almacenamiento IPFS y publicación on-chain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8D748-318A-4AF2-B44B-D2448F72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C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3C8"/>
                </a:solidFill>
                <a:latin typeface="Helvetica"/>
                <a:ea typeface="Helvetica"/>
                <a:cs typeface="Helvetica"/>
              </a:rPr>
              <a:t>Basado en la documentación del repositorio dark-deployer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2AA56-3969-4419-A2E5-2B52DF17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BD205-FC19-47C7-8D3E-A31A958F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76625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99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Minter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:8001</a:t>
            </a:r>
          </a:p>
        </p:txBody>
      </p:sp>
    </p:spTree>
    <p:extLst>
      <p:ext uri="{BB962C8B-B14F-4D97-AF65-F5344CB8AC3E}">
        <p14:creationId xmlns:p14="http://schemas.microsoft.com/office/powerpoint/2010/main" val="1937503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B3FC8-1A97-4B24-A08E-B553EECC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dARK en una vista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09865-E766-41CB-963A-09BF86D0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Tres capas separan autoridad, persistencia y resolución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C41BA-DB8F-4078-9F5B-D0C47AF4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Capa de servicios</a:t>
            </a:r>
          </a:p>
          <a:p xmlns:a="http://schemas.openxmlformats.org/drawingml/2006/main">
            <a:pPr>
              <a:defRPr sz="195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Admin API :8000     Minter API :8001     Resolver API :8002     Store API :8003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0CA59-7594-44F2-B804-4C201F03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Capa blockchain</a:t>
            </a:r>
          </a:p>
          <a:p xmlns:a="http://schemas.openxmlformats.org/drawingml/2006/main">
            <a:pPr>
              <a:defRPr sz="195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Authority.sol  ↔  IAuthority.sol  ↔  dARK.sol</a:t>
            </a:r>
          </a:p>
          <a:p xmlns:a="http://schemas.openxmlformats.org/drawingml/2006/main">
            <a:pPr>
              <a:defRPr sz="195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Besu / dark-env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C9DFD-1B35-4937-88AD-BE0E8759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Capa de almacenamiento</a:t>
            </a:r>
          </a:p>
          <a:p xmlns:a="http://schemas.openxmlformats.org/drawingml/2006/main">
            <a:pPr>
              <a:defRPr sz="195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dark-store-api  →  IPFS Cluster  →  nodos IPFS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C112D-3088-4DCA-8617-C57B937E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9525" cy="3524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F80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8FB6A-FEB5-4EA7-B592-DDF5A9B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9525" cy="3524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99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E283A-BE71-42C9-B2D0-6C36924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2</a:t>
            </a:r>
          </a:p>
        </p:txBody>
      </p:sp>
    </p:spTree>
    <p:extLst>
      <p:ext uri="{BB962C8B-B14F-4D97-AF65-F5344CB8AC3E}">
        <p14:creationId xmlns:p14="http://schemas.microsoft.com/office/powerpoint/2010/main" val="4738058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4202B-2407-4468-A96A-AF8BD1AB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Contratos inteligentes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99918-D3E8-49AB-9CA8-95C953D1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La arquitectura separa control de acceso y almacenamiento de ARKs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D54F0-F7D5-4818-A583-1825858A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3143250" cy="3238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Authority.sol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UUID ↔ wallet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estado activo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autorización de NAAN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clave privada cifrada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Admin registra y desactiva.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La autoridad reclama NAANs.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0AAE7-CCC2-4DD1-9892-01A6D0BD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654A5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7654A5"/>
                </a:solidFill>
                <a:latin typeface="Helvetica"/>
                <a:ea typeface="Helvetica"/>
                <a:cs typeface="Helvetica"/>
              </a:rPr>
              <a:t>IAuthority.sol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7654A5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7654A5"/>
                </a:solidFill>
                <a:latin typeface="Helvetica"/>
                <a:ea typeface="Helvetica"/>
                <a:cs typeface="Helvetica"/>
              </a:rPr>
              <a:t>is_authorized(wallet, naan)</a:t>
            </a:r>
          </a:p>
          <a:p xmlns:a="http://schemas.openxmlformats.org/drawingml/2006/main">
            <a:pPr>
              <a:defRPr sz="1650" b="1">
                <a:solidFill>
                  <a:srgbClr val="7654A5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7654A5"/>
                </a:solidFill>
                <a:latin typeface="Helvetica"/>
                <a:ea typeface="Helvetica"/>
                <a:cs typeface="Helvetica"/>
              </a:rPr>
              <a:t>is_active_authority(wallet)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934B1-2BF3-4D4C-AAA2-C1AE0D2D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24000"/>
            <a:ext cx="3143250" cy="3238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dARK.sol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create_ark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update_ark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resolve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get_ark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ark_exists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Guarda name, naan, url, cid, owner y timestamps.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326B1-056A-4711-AA36-FF4742BD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48000"/>
            <a:ext cx="666750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8A99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BA947-8DE4-4539-BAE7-CA4C21DF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666750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8A9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0383C-EF32-46E5-9C74-E0733185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3</a:t>
            </a:r>
          </a:p>
        </p:txBody>
      </p:sp>
    </p:spTree>
    <p:extLst>
      <p:ext uri="{BB962C8B-B14F-4D97-AF65-F5344CB8AC3E}">
        <p14:creationId xmlns:p14="http://schemas.microsoft.com/office/powerpoint/2010/main" val="1251553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9B8E6-68B2-4F70-BA68-ADA1BA5B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Topología de despliegue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6AA4D-7664-4D63-890A-BB7748DC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En sandbox y producción, los tiers escalan por separado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87E48-68AD-4023-90B0-A0992CDC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Blockchain tier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≥3 nodos Besu / QBFT / PoA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Node 1: bootnode + RPC + despliegue de contratos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4CF2D-38A7-42A0-AE9A-C740D8E8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858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Application tier</a:t>
            </a:r>
          </a:p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Admin API · Minter API · Resolver API · Store API ·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CA3E3-3956-4E1E-80DD-4592C86C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858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IPFS tier</a:t>
            </a:r>
          </a:p>
          <a:p xmlns:a="http://schemas.openxmlformats.org/drawingml/2006/main">
            <a:pPr>
              <a:defRPr sz="180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Kubo + IPFS Cluster; el Cluster replica el contenido fijado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1A752-09A3-47E2-82FD-4CE5FDA8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9525" cy="5715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F80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A1466-D90E-4FC8-96EF-D2C057CF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3875"/>
            <a:ext cx="9525" cy="5715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99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E5BCC-0D36-4D3F-B06D-F4E130C3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4</a:t>
            </a:r>
          </a:p>
        </p:txBody>
      </p:sp>
    </p:spTree>
    <p:extLst>
      <p:ext uri="{BB962C8B-B14F-4D97-AF65-F5344CB8AC3E}">
        <p14:creationId xmlns:p14="http://schemas.microsoft.com/office/powerpoint/2010/main" val="20964368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FEB5F-30EC-473F-ADF2-E5FC566B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Ciclo de vida de un 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30FDE-F522-4842-B33C-DBB174E7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El Minter desacopla la reserva del identificador y la confirmación on-chain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E1215-0407-4632-83C4-901F46D9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F4B43-F997-4666-A68C-D70CBA86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reserved</a:t>
            </a:r>
          </a:p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NOID asigna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C07FB-F598-4AE3-A8E9-7BEE6317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6025"/>
            <a:ext cx="7620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F40A6-D423-49AA-80C7-6BF8ABFF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4787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C1449-B1EB-4C87-BD9E-468D2623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956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draft</a:t>
            </a:r>
          </a:p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metadata recibida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07EB5-E2D5-4FD8-AF98-F3A5FE92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86025"/>
            <a:ext cx="7620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4B1F8-22BA-4CE2-BE41-9E1E53ED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4787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822F0-2FD6-4C6F-92FA-7FC3CA13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update</a:t>
            </a:r>
          </a:p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cambio pendiente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8E622-108F-4251-9BA0-79EEF6D6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7620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B973E-A747-45F0-ADB6-6BBDCAC0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4787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CF4EF-F9C9-4AF3-AED3-8BB580AB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published</a:t>
            </a:r>
          </a:p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confirmado on-chain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4E668-EF80-4E03-B0D0-E6530ADC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86025"/>
            <a:ext cx="7620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A007A-E034-4630-998D-3ED71715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4787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225D5-1FFA-4D36-805C-886905D3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956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tombstone</a:t>
            </a:r>
          </a:p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borrado lógico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423CF-E227-466B-A1C6-15888ECE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981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reserve() → R     PUT metadata: R → D o P → U     workers: D/U → P     DELETE: cualquier estado → 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373AF-F031-4D3B-95CD-8803DB93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5</a:t>
            </a:r>
          </a:p>
        </p:txBody>
      </p:sp>
    </p:spTree>
    <p:extLst>
      <p:ext uri="{BB962C8B-B14F-4D97-AF65-F5344CB8AC3E}">
        <p14:creationId xmlns:p14="http://schemas.microsoft.com/office/powerpoint/2010/main" val="271789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531E3-D9E3-4C63-9548-14844E3F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Minter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69807-CEE4-42DD-A142-98078EBF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Superficie REST para reservar, completar, consultar y retirar ARKs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6DA69-DCD0-4766-9F3C-5B690932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POST  /arks                    Reserva un ARK con NOID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3A1A0-5443-4A41-8863-17B0638A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POST  /arks/batch              Reserva varios y correlaciona por client_item_id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35BCB-6B24-4F61-87D1-891E891C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GET   /arks/{ark}              Consulta DB; fallback y merge con blockchain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F63E6-2BB8-4D11-ADBF-D6529BA8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PUT   /arks/{ark}              Guarda metadata y encola create/update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73D6F-1066-4DFD-96E6-AAF6E5B6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DELETE /arks/{ark}              Tombstone irreversible, solo propietario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4F5F6-525C-4D25-8684-B5BB3D4A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Escrituras: identidad de autoridad. Lecturas: mTLS. Worker status: red interna.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2DCEB-A232-43DB-80B6-015812C5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6</a:t>
            </a:r>
          </a:p>
        </p:txBody>
      </p:sp>
    </p:spTree>
    <p:extLst>
      <p:ext uri="{BB962C8B-B14F-4D97-AF65-F5344CB8AC3E}">
        <p14:creationId xmlns:p14="http://schemas.microsoft.com/office/powerpoint/2010/main" val="10864553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1171F-FC4B-4EB6-A235-20DA77D1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Ejemplo de integración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7A2D3-2D1C-40F1-824E-F9D12195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C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3C8"/>
                </a:solidFill>
                <a:latin typeface="Helvetica"/>
                <a:ea typeface="Helvetica"/>
                <a:cs typeface="Helvetica"/>
              </a:rPr>
              <a:t>La API devuelve el estado operativo y los CIDs cuando están disponibles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EE5B0-6AD2-4879-A076-EBE1283B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66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PUT /arks/ark:/12345/abc123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3BB12-510F-45EB-B83E-CD7C2706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066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73B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{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"authority_id": "org-uuid-12345",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"target": "https://example.org/item/1",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"minimal_metadata": {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  "ark": "ark:/12345/abc123", "title": "My Item"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},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"original_metadata": "&lt;oai_dc:dc&gt;...&lt;/oai_dc:dc&gt;",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"metadata_schema": "dublin_core",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"metadata_media_type": "application/xml"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070F7-6611-4414-BCDA-2F15719C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0668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99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Respuesta: ARKResponse  |  state: D  |  level1_cid: null  |  level2_cid: null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756B9-4770-4615-BEEB-FCE33E8B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7</a:t>
            </a:r>
          </a:p>
        </p:txBody>
      </p:sp>
    </p:spTree>
    <p:extLst>
      <p:ext uri="{BB962C8B-B14F-4D97-AF65-F5344CB8AC3E}">
        <p14:creationId xmlns:p14="http://schemas.microsoft.com/office/powerpoint/2010/main" val="450927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E7BB1-7268-45CE-98F2-3FD39B33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Workers y persistencia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19D47-500A-4A19-BC67-75E4341E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El Minter mantiene PostgreSQL como cola de trabajo y usa Store API como frontera de almacenamiento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019CA-1CA1-4F94-84DE-6E311274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2333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API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reserva / recibe metadata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12D24-22A3-4234-A928-AE7BD8B8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381125"/>
            <a:ext cx="2381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PostgreSQL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Estado del ARK</a:t>
            </a:r>
          </a:p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reintentos</a:t>
            </a:r>
          </a:p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errores permanentes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56DE4-CC85-448E-ACAB-2DF8CD48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52500"/>
            <a:ext cx="238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Metadata worker</a:t>
            </a:r>
          </a:p>
          <a:p xmlns:a="http://schemas.openxmlformats.org/drawingml/2006/main">
            <a:pPr>
              <a:defRPr sz="165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L1/L2 → Store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73123-E037-49A0-A91F-6F076DD0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238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Replication worker</a:t>
            </a:r>
          </a:p>
          <a:p xmlns:a="http://schemas.openxmlformats.org/drawingml/2006/main">
            <a:pPr>
              <a:def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reconciliación IPFS/Cluster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CB573-60DE-44D1-94F5-CEB52CDE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666875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Chain worker</a:t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create/update → Besu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75F64-B9F9-4787-9C90-89E1A23F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52675"/>
            <a:ext cx="619125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D177A-0418-4C72-B8A1-5191CB34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47800"/>
            <a:ext cx="619125" cy="6477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8A9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0A09C-BDA9-47CB-B499-65849DCC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19375"/>
            <a:ext cx="619125" cy="2095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299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42ECB-4138-4360-863B-B5A4BF43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52675"/>
            <a:ext cx="523875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81E7B-3B86-4A3F-885B-BEF29788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Para los servicios de negocio: Minter / Resolver → Store API → IPFS / Cluster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6CC2A-53F3-4824-9A71-FC02E696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8</a:t>
            </a:r>
          </a:p>
        </p:txBody>
      </p:sp>
    </p:spTree>
    <p:extLst>
      <p:ext uri="{BB962C8B-B14F-4D97-AF65-F5344CB8AC3E}">
        <p14:creationId xmlns:p14="http://schemas.microsoft.com/office/powerpoint/2010/main" val="8046015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BFE3F-7174-485C-B549-F9B71411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Publicación on-chain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83794-3B87-473E-8F2E-F21B045F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El pipeline de transacciones maximiza throughput sin romper la secuencia de nonces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8D21F-A9FB-4E89-AF2A-5E2CC444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Operaciones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create / update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EFAC8-81CD-4D46-BE75-B8F7401E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Ventana de 20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nonce N…N+19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DDF09-C50F-4DF3-8336-50248257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Firmar y enviar</a:t>
            </a:r>
          </a:p>
          <a:p xmlns:a="http://schemas.openxmlformats.org/drawingml/2006/main">
            <a:pPr>
              <a:defRPr sz="180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al mempool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5B308-AC30-43A2-B8D0-9C1154F9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71625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Recibos y estados</a:t>
            </a:r>
          </a:p>
          <a:p xmlns:a="http://schemas.openxmlformats.org/drawingml/2006/main">
            <a:pPr>
              <a:def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confirmed / reverted / ambiguous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668EE-739A-412E-B829-6B2E18C9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619125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CF70E-49F8-4D5C-BB24-9C7256A0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95500"/>
            <a:ext cx="619125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9A560-A333-4B31-99E9-8FBB7EE6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619125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6D8BF-73F0-46E5-9E40-3D62797D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0287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Regla de seguridad: un fallo de build, envío o receipt ambiguo detiene las ventanas siguientes y las marca not_sent para evitar un nonce gap.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231ED-CCCA-46CD-BE42-30967654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Resultado por operación: ref · acción · estado · error opcional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EC36D-F629-447E-8953-917F5849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9</a:t>
            </a:r>
          </a:p>
        </p:txBody>
      </p:sp>
    </p:spTree>
    <p:extLst>
      <p:ext uri="{BB962C8B-B14F-4D97-AF65-F5344CB8AC3E}">
        <p14:creationId xmlns:p14="http://schemas.microsoft.com/office/powerpoint/2010/main" val="487093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2026-09-04T13:48:33.9740000Z</dcterms:created>
  <dcterms:modified xsi:type="dcterms:W3CDTF">2026-09-04T13:48:33.9740000Z</dcterms:modified>
</coreProperties>
</file>